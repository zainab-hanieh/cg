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0233-2C27-17DC-C7CE-396BA1395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EF4B1-BFF7-3970-E331-00BDF3FF4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40017-00D4-D18F-9064-E5D66D9F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2922C-71E5-3017-A5E2-523503D3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4D32B-68D5-C387-0806-5BE1DC25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3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CDF0-488D-1A5F-B008-AA9C618B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27E0-397B-524F-DAE4-EA4E20EB0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7BF12-09E6-2AA5-FF3C-C24156E0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8BE8C-5E26-6008-3D20-882D45D9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F5BDA-A696-BEE4-3ED5-E2CE6DE9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2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7BF1-06F1-1BDE-173D-CAF104E0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70806-3646-6046-637F-1C0035328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B7DD1-395E-3DD6-F0A0-B5277072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C9CF0-9788-601F-6348-8FC805BC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87F23-3E64-5020-F2E8-AB3C756A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2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1CF9-F89B-B941-05E5-18360414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3973-38F7-FE43-782C-943986569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A1F24-AA7D-EF7E-778C-E744F4A0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63AA-7E96-9F9B-BC54-4905D44F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976DD-FAEF-7B17-6335-3D00CE5B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2149C-7948-B8B8-1A6B-84CAF48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5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B836-16DB-E6DB-D95B-28F1929D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BDAE9-5F26-3BE3-1D05-D2C0B916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B4B87-3D13-4BEF-693D-BC84B978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DCFF6-04C4-EC2C-1413-0B0DA42E8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A181E-CE77-9064-06A0-984B0AD9D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9A1D3-3720-4362-F3BE-FECB9507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63861-8EC6-0B08-93CA-BE3A2F74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C6BB7-EF0D-1B44-68CE-C5592AE2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3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3F03-194C-6F33-C9E5-90C929A2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6CA23-244C-2B3B-F7A3-E43EEE99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63040-E064-EBA6-F00E-8D6CE299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6AEAE-A395-4D22-1E8C-86BEEB5C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7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507A8-DF3B-0BB9-F189-82639A21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EA120-FB26-CE76-5E03-6E6DD2DE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1E2DD-0CE0-7592-11BC-910652A6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D052-18E0-46F9-61BF-7B12078C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2A83-1D54-D4D6-B726-4FDDBCF01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A8CA8-7B4C-A171-F1F8-EB3D688DA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50A48-709A-FAC5-B9A4-68EC0558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B47EE-EB88-B83C-39C6-6497F026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6E7F6-ECCF-E427-8303-4DE7BBE4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38EF-D6F4-737A-363F-5DF5520ED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B34B6-1DC9-308C-E0B1-24FE76F19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1B10E-0371-45AA-32B1-AB6EA5ADA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B030C-A9ED-B384-F08D-2D447CBB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E071D-7D8A-C581-8385-180DA5B5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D03AE-D6DF-8333-D8F7-E1D1B823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8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8394-C3DA-B1CF-0366-ED9E39F0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B1A6E-5117-CDE4-7CB2-B671095BE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DFDA9-0EC5-1BAF-1766-398121946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5D8F-0D79-4F28-D666-D385428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96A13-FB47-20F3-25D9-8B0C0840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6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8F9520-EF7E-828F-8C8F-B29B1368A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5B67A-6F1E-84C2-E6A4-645721640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FD0BF-CC3B-9E05-714A-BBD661E9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04229-526D-0973-1B56-D9C05F85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C9336-5A23-1244-114C-6D7E9DE8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7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BC3D0-7B0C-67E2-14A3-60B917220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16A71-BE5A-F7D3-BD5B-9ACCC2512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11387-D36F-2DC7-28BC-7FBECED07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8B8FE-118D-47E4-B72C-B1114D59003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0FEA6-BCC7-FCFF-2790-9BD66F44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E14F1-A3BE-D8A9-80DD-EBD515D17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0FCC1-E14F-4AF9-B5E1-C58F8DFCC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6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261FF-9D31-11F6-DE4A-8EF528D681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95CE1-1C0C-5079-D403-987A498FC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45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6BEA4-2996-35C2-7D5E-F477E09F87FE}"/>
              </a:ext>
            </a:extLst>
          </p:cNvPr>
          <p:cNvSpPr txBox="1"/>
          <p:nvPr/>
        </p:nvSpPr>
        <p:spPr>
          <a:xfrm>
            <a:off x="4872943" y="300942"/>
            <a:ext cx="67943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Y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فكرة المشروع</a:t>
            </a:r>
          </a:p>
          <a:p>
            <a:pPr algn="r"/>
            <a:endParaRPr lang="ar-SY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• ساعة دائرية تحتوي على:</a:t>
            </a: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  - 3 عقارب متحركة (أحمر، أزرق، أخضر)</a:t>
            </a: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  - 12 نقطة بيضاء للساعات</a:t>
            </a: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  - إطار دائري قابل للتغيير</a:t>
            </a:r>
          </a:p>
          <a:p>
            <a:pPr algn="r"/>
            <a:endParaRPr lang="ar-SY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• التفاعل:</a:t>
            </a: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  - تغيير لون الإطار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- تقريب وتبعيد الإطار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ar-SY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ar-SY" sz="2400" dirty="0">
                <a:latin typeface="Arial" panose="020B0604020202020204" pitchFamily="34" charset="0"/>
                <a:cs typeface="Arial" panose="020B0604020202020204" pitchFamily="34" charset="0"/>
              </a:rPr>
              <a:t>  - التحكم بسرعة الوقت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55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DFFA01-9AD4-3F7D-68A1-E290E2567D0A}"/>
              </a:ext>
            </a:extLst>
          </p:cNvPr>
          <p:cNvSpPr txBox="1"/>
          <p:nvPr/>
        </p:nvSpPr>
        <p:spPr>
          <a:xfrm>
            <a:off x="3417426" y="457200"/>
            <a:ext cx="81109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خطوات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بناء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المشروع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-1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تهيئة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البيئة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(GLFW, GLEW)</a:t>
            </a: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إنشاء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VBO, VAO, EBO</a:t>
            </a: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-3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كتابة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Vertex Shader</a:t>
            </a: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-4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كتابة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Fragment Shader</a:t>
            </a: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-5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برمجة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التفاعل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مع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الكيبورد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-6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حلقة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الرسم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الرئيسية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6C22B3-5158-29D9-883A-A6F944469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426" y="3907810"/>
            <a:ext cx="787078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المشاكل التي واجهتني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العقارب لا تتحرك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الحل: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استخدام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uniform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95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E856F-005C-EAD4-5B99-AF2D6701BE93}"/>
              </a:ext>
            </a:extLst>
          </p:cNvPr>
          <p:cNvSpPr txBox="1"/>
          <p:nvPr/>
        </p:nvSpPr>
        <p:spPr>
          <a:xfrm>
            <a:off x="494700" y="964974"/>
            <a:ext cx="60940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SY" dirty="0"/>
              <a:t>// الحصول على موقع المتغير في الشيدر</a:t>
            </a:r>
          </a:p>
          <a:p>
            <a:pPr algn="l"/>
            <a:r>
              <a:rPr lang="en-US" dirty="0" err="1"/>
              <a:t>GLint</a:t>
            </a:r>
            <a:r>
              <a:rPr lang="en-US" dirty="0"/>
              <a:t> </a:t>
            </a:r>
            <a:r>
              <a:rPr lang="en-US" dirty="0" err="1"/>
              <a:t>timeLoc</a:t>
            </a:r>
            <a:r>
              <a:rPr lang="en-US" dirty="0"/>
              <a:t> = </a:t>
            </a:r>
            <a:r>
              <a:rPr lang="en-US" dirty="0" err="1"/>
              <a:t>glGetUniformLocation</a:t>
            </a:r>
            <a:r>
              <a:rPr lang="en-US" dirty="0"/>
              <a:t>(</a:t>
            </a:r>
            <a:r>
              <a:rPr lang="en-US" dirty="0" err="1"/>
              <a:t>shaderProgram</a:t>
            </a:r>
            <a:r>
              <a:rPr lang="en-US" dirty="0"/>
              <a:t>, "</a:t>
            </a:r>
            <a:r>
              <a:rPr lang="en-US" dirty="0" err="1"/>
              <a:t>uTime</a:t>
            </a:r>
            <a:r>
              <a:rPr lang="en-US" dirty="0"/>
              <a:t>");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// </a:t>
            </a:r>
            <a:r>
              <a:rPr lang="ar-SY" dirty="0"/>
              <a:t>حساب الوقت (الوقت الحالي × السرعة)</a:t>
            </a:r>
          </a:p>
          <a:p>
            <a:pPr algn="l"/>
            <a:r>
              <a:rPr lang="en-US" dirty="0"/>
              <a:t>float time = </a:t>
            </a:r>
            <a:r>
              <a:rPr lang="en-US" dirty="0" err="1"/>
              <a:t>glfwGetTime</a:t>
            </a:r>
            <a:r>
              <a:rPr lang="en-US" dirty="0"/>
              <a:t>() * speed;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// </a:t>
            </a:r>
            <a:r>
              <a:rPr lang="ar-SY" dirty="0"/>
              <a:t>إرسال القيمة إلى الشيدر</a:t>
            </a:r>
          </a:p>
          <a:p>
            <a:pPr algn="l"/>
            <a:r>
              <a:rPr lang="en-US" dirty="0"/>
              <a:t>glUniform1f(</a:t>
            </a:r>
            <a:r>
              <a:rPr lang="en-US" dirty="0" err="1"/>
              <a:t>timeLoc</a:t>
            </a:r>
            <a:r>
              <a:rPr lang="en-US" dirty="0"/>
              <a:t>, time);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2621F-9A5B-4263-BBF2-972FBACF798D}"/>
              </a:ext>
            </a:extLst>
          </p:cNvPr>
          <p:cNvSpPr txBox="1"/>
          <p:nvPr/>
        </p:nvSpPr>
        <p:spPr>
          <a:xfrm>
            <a:off x="494700" y="224135"/>
            <a:ext cx="20560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ar-SY" b="1" dirty="0">
                <a:solidFill>
                  <a:srgbClr val="0F1115"/>
                </a:solidFill>
                <a:effectLst/>
                <a:latin typeface="quote-cjk-patch"/>
              </a:rPr>
              <a:t>إرسال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Uniforms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53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17B58E-A03C-B085-857F-EE5C923D7DE9}"/>
              </a:ext>
            </a:extLst>
          </p:cNvPr>
          <p:cNvSpPr txBox="1"/>
          <p:nvPr/>
        </p:nvSpPr>
        <p:spPr>
          <a:xfrm>
            <a:off x="1033366" y="1031263"/>
            <a:ext cx="609755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</a:t>
            </a:r>
            <a:r>
              <a:rPr lang="en-US" dirty="0" err="1"/>
              <a:t>استقبال</a:t>
            </a:r>
            <a:r>
              <a:rPr lang="en-US" dirty="0"/>
              <a:t> </a:t>
            </a:r>
            <a:r>
              <a:rPr lang="en-US" dirty="0" err="1"/>
              <a:t>الوقت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C++</a:t>
            </a:r>
          </a:p>
          <a:p>
            <a:r>
              <a:rPr lang="en-US" dirty="0"/>
              <a:t>uniform float </a:t>
            </a:r>
            <a:r>
              <a:rPr lang="en-US" dirty="0" err="1"/>
              <a:t>uTime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void main() {</a:t>
            </a:r>
          </a:p>
          <a:p>
            <a:r>
              <a:rPr lang="en-US" dirty="0"/>
              <a:t>    // </a:t>
            </a:r>
            <a:r>
              <a:rPr lang="en-US" dirty="0" err="1"/>
              <a:t>استخدام</a:t>
            </a:r>
            <a:r>
              <a:rPr lang="en-US" dirty="0"/>
              <a:t> </a:t>
            </a:r>
            <a:r>
              <a:rPr lang="en-US" dirty="0" err="1"/>
              <a:t>الوقت</a:t>
            </a:r>
            <a:r>
              <a:rPr lang="en-US" dirty="0"/>
              <a:t> </a:t>
            </a:r>
            <a:r>
              <a:rPr lang="en-US" dirty="0" err="1"/>
              <a:t>لحساب</a:t>
            </a:r>
            <a:r>
              <a:rPr lang="en-US" dirty="0"/>
              <a:t> </a:t>
            </a:r>
            <a:r>
              <a:rPr lang="en-US" dirty="0" err="1"/>
              <a:t>زوايا</a:t>
            </a:r>
            <a:r>
              <a:rPr lang="en-US" dirty="0"/>
              <a:t> </a:t>
            </a:r>
            <a:r>
              <a:rPr lang="en-US" dirty="0" err="1"/>
              <a:t>العقارب</a:t>
            </a:r>
            <a:endParaRPr lang="en-US" dirty="0"/>
          </a:p>
          <a:p>
            <a:r>
              <a:rPr lang="en-US" dirty="0"/>
              <a:t>    float seconds = </a:t>
            </a:r>
            <a:r>
              <a:rPr lang="en-US" dirty="0" err="1"/>
              <a:t>uTime</a:t>
            </a:r>
            <a:r>
              <a:rPr lang="en-US" dirty="0"/>
              <a:t>;                    // </a:t>
            </a:r>
            <a:r>
              <a:rPr lang="en-US" dirty="0" err="1"/>
              <a:t>عدد</a:t>
            </a:r>
            <a:r>
              <a:rPr lang="en-US" dirty="0"/>
              <a:t> </a:t>
            </a:r>
            <a:r>
              <a:rPr lang="en-US" dirty="0" err="1"/>
              <a:t>الثواني</a:t>
            </a:r>
            <a:endParaRPr lang="en-US" dirty="0"/>
          </a:p>
          <a:p>
            <a:r>
              <a:rPr lang="en-US" dirty="0"/>
              <a:t>    float minutes = </a:t>
            </a:r>
            <a:r>
              <a:rPr lang="en-US" dirty="0" err="1"/>
              <a:t>uTime</a:t>
            </a:r>
            <a:r>
              <a:rPr lang="en-US" dirty="0"/>
              <a:t> / 60.0;              // </a:t>
            </a:r>
            <a:r>
              <a:rPr lang="en-US" dirty="0" err="1"/>
              <a:t>عدد</a:t>
            </a:r>
            <a:r>
              <a:rPr lang="en-US" dirty="0"/>
              <a:t> </a:t>
            </a:r>
            <a:r>
              <a:rPr lang="en-US" dirty="0" err="1"/>
              <a:t>الدقائق</a:t>
            </a:r>
            <a:endParaRPr lang="en-US" dirty="0"/>
          </a:p>
          <a:p>
            <a:r>
              <a:rPr lang="en-US" dirty="0"/>
              <a:t>    float hours = </a:t>
            </a:r>
            <a:r>
              <a:rPr lang="en-US" dirty="0" err="1"/>
              <a:t>uTime</a:t>
            </a:r>
            <a:r>
              <a:rPr lang="en-US" dirty="0"/>
              <a:t> / 3600.0;               // </a:t>
            </a:r>
            <a:r>
              <a:rPr lang="en-US" dirty="0" err="1"/>
              <a:t>عدد</a:t>
            </a:r>
            <a:r>
              <a:rPr lang="en-US" dirty="0"/>
              <a:t> </a:t>
            </a:r>
            <a:r>
              <a:rPr lang="en-US" dirty="0" err="1"/>
              <a:t>الساعات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// </a:t>
            </a:r>
            <a:r>
              <a:rPr lang="en-US" dirty="0" err="1"/>
              <a:t>تحويل</a:t>
            </a:r>
            <a:r>
              <a:rPr lang="en-US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زوايا</a:t>
            </a:r>
            <a:r>
              <a:rPr lang="en-US" dirty="0"/>
              <a:t> (2π = </a:t>
            </a:r>
            <a:r>
              <a:rPr lang="en-US" dirty="0" err="1"/>
              <a:t>دورة</a:t>
            </a:r>
            <a:r>
              <a:rPr lang="en-US" dirty="0"/>
              <a:t> </a:t>
            </a:r>
            <a:r>
              <a:rPr lang="en-US" dirty="0" err="1"/>
              <a:t>كاملة</a:t>
            </a:r>
            <a:r>
              <a:rPr lang="en-US" dirty="0"/>
              <a:t>)</a:t>
            </a:r>
          </a:p>
          <a:p>
            <a:r>
              <a:rPr lang="en-US" dirty="0"/>
              <a:t>    float </a:t>
            </a:r>
            <a:r>
              <a:rPr lang="en-US" dirty="0" err="1"/>
              <a:t>secondsAngle</a:t>
            </a:r>
            <a:r>
              <a:rPr lang="en-US" dirty="0"/>
              <a:t> = seconds * 2.0 * 3.14159;  // </a:t>
            </a:r>
            <a:r>
              <a:rPr lang="en-US" dirty="0" err="1"/>
              <a:t>زاوية</a:t>
            </a:r>
            <a:r>
              <a:rPr lang="en-US" dirty="0"/>
              <a:t> </a:t>
            </a:r>
            <a:r>
              <a:rPr lang="en-US" dirty="0" err="1"/>
              <a:t>عقرب</a:t>
            </a:r>
            <a:r>
              <a:rPr lang="en-US" dirty="0"/>
              <a:t> </a:t>
            </a:r>
            <a:r>
              <a:rPr lang="en-US" dirty="0" err="1"/>
              <a:t>الثواني</a:t>
            </a:r>
            <a:endParaRPr lang="en-US" dirty="0"/>
          </a:p>
          <a:p>
            <a:r>
              <a:rPr lang="en-US" dirty="0"/>
              <a:t>    float </a:t>
            </a:r>
            <a:r>
              <a:rPr lang="en-US" dirty="0" err="1"/>
              <a:t>minutesAngle</a:t>
            </a:r>
            <a:r>
              <a:rPr lang="en-US" dirty="0"/>
              <a:t> = minutes * 2.0 * 3.14159;  // </a:t>
            </a:r>
            <a:r>
              <a:rPr lang="en-US" dirty="0" err="1"/>
              <a:t>زاوية</a:t>
            </a:r>
            <a:r>
              <a:rPr lang="en-US" dirty="0"/>
              <a:t> </a:t>
            </a:r>
            <a:r>
              <a:rPr lang="en-US" dirty="0" err="1"/>
              <a:t>عقرب</a:t>
            </a:r>
            <a:r>
              <a:rPr lang="en-US" dirty="0"/>
              <a:t> </a:t>
            </a:r>
            <a:r>
              <a:rPr lang="en-US" dirty="0" err="1"/>
              <a:t>الدقائق</a:t>
            </a:r>
            <a:endParaRPr lang="en-US" dirty="0"/>
          </a:p>
          <a:p>
            <a:r>
              <a:rPr lang="en-US" dirty="0"/>
              <a:t>    float </a:t>
            </a:r>
            <a:r>
              <a:rPr lang="en-US" dirty="0" err="1"/>
              <a:t>hoursAngle</a:t>
            </a:r>
            <a:r>
              <a:rPr lang="en-US" dirty="0"/>
              <a:t> = hours * 2.0 * 3.14159;      // </a:t>
            </a:r>
            <a:r>
              <a:rPr lang="en-US" dirty="0" err="1"/>
              <a:t>زاوية</a:t>
            </a:r>
            <a:r>
              <a:rPr lang="en-US" dirty="0"/>
              <a:t> </a:t>
            </a:r>
            <a:r>
              <a:rPr lang="en-US" dirty="0" err="1"/>
              <a:t>عقرب</a:t>
            </a:r>
            <a:r>
              <a:rPr lang="en-US" dirty="0"/>
              <a:t> </a:t>
            </a:r>
            <a:r>
              <a:rPr lang="en-US" dirty="0" err="1"/>
              <a:t>الساعات</a:t>
            </a:r>
            <a:endParaRPr lang="en-US" dirty="0"/>
          </a:p>
          <a:p>
            <a:r>
              <a:rPr lang="en-US" dirty="0"/>
              <a:t>    </a:t>
            </a:r>
          </a:p>
          <a:p>
            <a:r>
              <a:rPr lang="en-US" dirty="0"/>
              <a:t>    // ... </a:t>
            </a:r>
            <a:r>
              <a:rPr lang="en-US" dirty="0" err="1"/>
              <a:t>باقي</a:t>
            </a:r>
            <a:r>
              <a:rPr lang="en-US" dirty="0"/>
              <a:t> </a:t>
            </a:r>
            <a:r>
              <a:rPr lang="en-US" dirty="0" err="1"/>
              <a:t>الكود</a:t>
            </a:r>
            <a:r>
              <a:rPr lang="en-US" dirty="0"/>
              <a:t> </a:t>
            </a:r>
            <a:r>
              <a:rPr lang="en-US" dirty="0" err="1"/>
              <a:t>لرسم</a:t>
            </a:r>
            <a:r>
              <a:rPr lang="en-US" dirty="0"/>
              <a:t> </a:t>
            </a:r>
            <a:r>
              <a:rPr lang="en-US" dirty="0" err="1"/>
              <a:t>العقارب</a:t>
            </a:r>
            <a:r>
              <a:rPr lang="en-US" dirty="0"/>
              <a:t> ...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614B1-65CE-E6E1-B878-190C405D9F89}"/>
              </a:ext>
            </a:extLst>
          </p:cNvPr>
          <p:cNvSpPr txBox="1"/>
          <p:nvPr/>
        </p:nvSpPr>
        <p:spPr>
          <a:xfrm>
            <a:off x="289427" y="292599"/>
            <a:ext cx="7016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ar-SY" b="1" dirty="0">
              <a:solidFill>
                <a:srgbClr val="0F1115"/>
              </a:solidFill>
              <a:effectLst/>
              <a:latin typeface="quote-cjk-patch"/>
            </a:endParaRPr>
          </a:p>
          <a:p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73D20-B94A-4288-5460-3AE3C0EBC069}"/>
              </a:ext>
            </a:extLst>
          </p:cNvPr>
          <p:cNvSpPr txBox="1"/>
          <p:nvPr/>
        </p:nvSpPr>
        <p:spPr>
          <a:xfrm>
            <a:off x="289427" y="292599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ar-SY" b="1" dirty="0">
                <a:solidFill>
                  <a:srgbClr val="0F1115"/>
                </a:solidFill>
                <a:effectLst/>
                <a:latin typeface="quote-cjk-patch"/>
              </a:rPr>
              <a:t>استقبال واستخدام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Uniform </a:t>
            </a:r>
            <a:endParaRPr lang="ar-SY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ar-SY" b="1" dirty="0">
                <a:solidFill>
                  <a:srgbClr val="0F1115"/>
                </a:solidFill>
                <a:effectLst/>
                <a:latin typeface="quote-cjk-patch"/>
              </a:rPr>
              <a:t>في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Fragment Shader</a:t>
            </a:r>
          </a:p>
          <a:p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1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91E485-9326-6729-B8BF-26D926E176EF}"/>
              </a:ext>
            </a:extLst>
          </p:cNvPr>
          <p:cNvSpPr txBox="1"/>
          <p:nvPr/>
        </p:nvSpPr>
        <p:spPr>
          <a:xfrm>
            <a:off x="408603" y="330351"/>
            <a:ext cx="96875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حساب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المسافة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من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مركز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الشاشة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(0,0)</a:t>
            </a:r>
          </a:p>
          <a:p>
            <a:endParaRPr lang="ar-S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تستخدم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لتحديد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الأشكال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الدائرية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sqrt(x*x + y*y);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نصف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قطر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الإطار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المسافة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من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المركز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لمنتصف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الإطار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frameRadius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0.75;</a:t>
            </a:r>
          </a:p>
          <a:p>
            <a:endParaRPr lang="ar-S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سمك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الإطار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قيمة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صغيرة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جداً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لإطار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رفيع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float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frameWidth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0.02;</a:t>
            </a:r>
          </a:p>
          <a:p>
            <a:endParaRPr lang="ar-S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التحقق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إذا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كان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البكسل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ضمن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منطقة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الإطار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الدائري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frameRadius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frameWidth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الحافة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الداخلية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frameRadius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frameWidth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الحافة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الخارجية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frameRadius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frameWidth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&amp;&amp;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frameRadius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frameWidth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تطبيق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تأثير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Z-Axis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على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اللون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r-SY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//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نحول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من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المجال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[-1,1]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إلى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[0,1]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// Z = 1.0 →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لون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أفتح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قريب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// Z = -1.0 →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لون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أغمق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بعيد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float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zEffect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uFrameZ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+ 1.0) / 2.0;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00F30-1A14-7476-A0CF-CCC3B2D1FF74}"/>
              </a:ext>
            </a:extLst>
          </p:cNvPr>
          <p:cNvSpPr txBox="1"/>
          <p:nvPr/>
        </p:nvSpPr>
        <p:spPr>
          <a:xfrm>
            <a:off x="7219562" y="526006"/>
            <a:ext cx="60975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Y" dirty="0"/>
              <a:t> // حساب شفافية الإطار</a:t>
            </a:r>
          </a:p>
          <a:p>
            <a:r>
              <a:rPr lang="ar-SY" dirty="0"/>
              <a:t>    // </a:t>
            </a:r>
            <a:r>
              <a:rPr lang="en-US" dirty="0"/>
              <a:t>alpha = 1.0 : </a:t>
            </a:r>
            <a:r>
              <a:rPr lang="ar-SY" dirty="0"/>
              <a:t>معتم</a:t>
            </a:r>
          </a:p>
          <a:p>
            <a:r>
              <a:rPr lang="ar-SY" dirty="0"/>
              <a:t>    // </a:t>
            </a:r>
            <a:r>
              <a:rPr lang="en-US" dirty="0"/>
              <a:t>alpha = 0.0 : </a:t>
            </a:r>
            <a:r>
              <a:rPr lang="ar-SY" dirty="0"/>
              <a:t>شفاف تماماً</a:t>
            </a:r>
          </a:p>
          <a:p>
            <a:r>
              <a:rPr lang="ar-SY" dirty="0"/>
              <a:t>    </a:t>
            </a:r>
            <a:r>
              <a:rPr lang="en-US" dirty="0"/>
              <a:t>float alpha = 1.0;</a:t>
            </a:r>
          </a:p>
          <a:p>
            <a:r>
              <a:rPr lang="en-US" dirty="0"/>
              <a:t>    if (</a:t>
            </a:r>
            <a:r>
              <a:rPr lang="en-US" dirty="0" err="1"/>
              <a:t>uFrameZ</a:t>
            </a:r>
            <a:r>
              <a:rPr lang="en-US" dirty="0"/>
              <a:t> &lt; -0.3f) {</a:t>
            </a:r>
          </a:p>
          <a:p>
            <a:r>
              <a:rPr lang="en-US" dirty="0"/>
              <a:t>        alpha = 1.0 - (abs(</a:t>
            </a:r>
            <a:r>
              <a:rPr lang="en-US" dirty="0" err="1"/>
              <a:t>uFrameZ</a:t>
            </a:r>
            <a:r>
              <a:rPr lang="en-US" dirty="0"/>
              <a:t>) - 0.3f) * 1.5f;</a:t>
            </a:r>
          </a:p>
          <a:p>
            <a:r>
              <a:rPr lang="en-US" dirty="0"/>
              <a:t>        if (alpha &lt; 0.0) alpha = 0.0; }</a:t>
            </a:r>
          </a:p>
          <a:p>
            <a:r>
              <a:rPr lang="en-US" dirty="0"/>
              <a:t>    // </a:t>
            </a:r>
            <a:r>
              <a:rPr lang="ar-SY" dirty="0"/>
              <a:t>تلوين الإطار:</a:t>
            </a:r>
          </a:p>
          <a:p>
            <a:r>
              <a:rPr lang="ar-SY" dirty="0"/>
              <a:t>    // - </a:t>
            </a:r>
            <a:r>
              <a:rPr lang="en-US" dirty="0" err="1"/>
              <a:t>uFrameColor</a:t>
            </a:r>
            <a:r>
              <a:rPr lang="en-US" dirty="0"/>
              <a:t> : </a:t>
            </a:r>
            <a:r>
              <a:rPr lang="ar-SY" dirty="0"/>
              <a:t>اللون الأساسي (من </a:t>
            </a:r>
            <a:r>
              <a:rPr lang="en-US" dirty="0"/>
              <a:t>C++)</a:t>
            </a:r>
          </a:p>
          <a:p>
            <a:r>
              <a:rPr lang="en-US" dirty="0"/>
              <a:t>    // - </a:t>
            </a:r>
            <a:r>
              <a:rPr lang="en-US" dirty="0" err="1"/>
              <a:t>zEffect</a:t>
            </a:r>
            <a:r>
              <a:rPr lang="en-US" dirty="0"/>
              <a:t> : </a:t>
            </a:r>
            <a:r>
              <a:rPr lang="ar-SY" dirty="0"/>
              <a:t>تأثير القرب والبعد</a:t>
            </a:r>
          </a:p>
          <a:p>
            <a:r>
              <a:rPr lang="ar-SY" dirty="0"/>
              <a:t>    // - </a:t>
            </a:r>
            <a:r>
              <a:rPr lang="en-US" dirty="0"/>
              <a:t>alpha : </a:t>
            </a:r>
            <a:r>
              <a:rPr lang="ar-SY" dirty="0"/>
              <a:t>الشفافية (للاختفاء التدريجي)</a:t>
            </a:r>
          </a:p>
          <a:p>
            <a:r>
              <a:rPr lang="ar-SY" dirty="0"/>
              <a:t>    </a:t>
            </a:r>
            <a:r>
              <a:rPr lang="en-US" dirty="0" err="1"/>
              <a:t>FragColor</a:t>
            </a:r>
            <a:r>
              <a:rPr lang="en-US" dirty="0"/>
              <a:t> = vec4(</a:t>
            </a:r>
            <a:r>
              <a:rPr lang="en-US" dirty="0" err="1"/>
              <a:t>uFrameColor</a:t>
            </a:r>
            <a:r>
              <a:rPr lang="en-US" dirty="0"/>
              <a:t> * </a:t>
            </a:r>
            <a:r>
              <a:rPr lang="en-US" dirty="0" err="1"/>
              <a:t>zEffect</a:t>
            </a:r>
            <a:r>
              <a:rPr lang="en-US" dirty="0"/>
              <a:t>, alpha);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</a:t>
            </a:r>
            <a:r>
              <a:rPr lang="ar-SY" dirty="0"/>
              <a:t>ننهي البرنامج لهذا </a:t>
            </a:r>
            <a:r>
              <a:rPr lang="ar-SY" dirty="0" err="1"/>
              <a:t>البكسل</a:t>
            </a:r>
            <a:endParaRPr lang="ar-SY" dirty="0"/>
          </a:p>
          <a:p>
            <a:r>
              <a:rPr lang="ar-SY" dirty="0"/>
              <a:t>    // حتى لا نكتب فوق لون الإطار</a:t>
            </a:r>
          </a:p>
          <a:p>
            <a:r>
              <a:rPr lang="ar-SY" dirty="0"/>
              <a:t>    </a:t>
            </a:r>
            <a:r>
              <a:rPr lang="en-US" dirty="0"/>
              <a:t>return;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4719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565</Words>
  <Application>Microsoft Office PowerPoint</Application>
  <PresentationFormat>Widescreen</PresentationFormat>
  <Paragraphs>95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quote-cjk-patch</vt:lpstr>
      <vt:lpstr>Office Theme</vt:lpstr>
      <vt:lpstr>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2</cp:revision>
  <dcterms:created xsi:type="dcterms:W3CDTF">2026-02-27T19:28:30Z</dcterms:created>
  <dcterms:modified xsi:type="dcterms:W3CDTF">2026-02-27T19:47:25Z</dcterms:modified>
</cp:coreProperties>
</file>